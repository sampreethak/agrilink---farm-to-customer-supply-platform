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A66"/>
                </a:solidFill>
              </a:defRPr>
            </a:pPr>
            <a:r>
              <a:t>SMART INDIA HACKATHON 2026</a:t>
            </a:r>
          </a:p>
          <a:p>
            <a:pPr>
              <a:defRPr sz="1800" b="1">
                <a:solidFill>
                  <a:srgbClr val="2E7D32"/>
                </a:solidFill>
              </a:defRPr>
            </a:pPr>
            <a:r>
              <a:t>IDEA SUBMISSION &amp; TECHNICAL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Idea / Solution Title: </a:t>
            </a:r>
            <a:r>
              <a:rPr b="0" sz="1500">
                <a:solidFill>
                  <a:srgbClr val="212121"/>
                </a:solidFill>
              </a:rPr>
              <a:t>AgriLink - AI &amp; Blockchain-Driven Farm-to-Consumer Supply Chain with Tamper-Proof Fair Pricing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Problem Statement Title: </a:t>
            </a:r>
            <a:r>
              <a:rPr b="0" sz="1500">
                <a:solidFill>
                  <a:srgbClr val="212121"/>
                </a:solidFill>
              </a:rPr>
              <a:t>Empowering Rural Farmers via Disintermediated Agri-Supply, AI Quality Grading &amp; Blockchain Price Immutability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Problem Statement ID: </a:t>
            </a:r>
            <a:r>
              <a:rPr b="0" sz="1500">
                <a:solidFill>
                  <a:srgbClr val="212121"/>
                </a:solidFill>
              </a:rPr>
              <a:t>SIH2026-AGRI-042 (Agriculture, FoodTech &amp; Rural Development)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Theme: </a:t>
            </a:r>
            <a:r>
              <a:rPr b="0" sz="1500">
                <a:solidFill>
                  <a:srgbClr val="212121"/>
                </a:solidFill>
              </a:rPr>
              <a:t>Agriculture, FoodTech &amp; Rural Innovation (Web3 &amp; AI)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PS Category: </a:t>
            </a:r>
            <a:r>
              <a:rPr b="0" sz="1500">
                <a:solidFill>
                  <a:srgbClr val="212121"/>
                </a:solidFill>
              </a:rPr>
              <a:t>Software (Full-Stack Multi-Platform Flutter App, FastAPI ML Engine &amp; Polygon Blockchain Smart Contracts)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Target Corridor: </a:t>
            </a:r>
            <a:r>
              <a:rPr b="0" sz="1500">
                <a:solidFill>
                  <a:srgbClr val="212121"/>
                </a:solidFill>
              </a:rPr>
              <a:t>Mandya -&gt; Bengaluru Pilot (15-30 km Rural Aggregation Catchment -&gt; 85 km Urban Logistics)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Team Name: </a:t>
            </a:r>
            <a:r>
              <a:rPr b="0" sz="1500">
                <a:solidFill>
                  <a:srgbClr val="212121"/>
                </a:solidFill>
              </a:rPr>
              <a:t>AgriLink Innovators (Sampreethak &amp; Team)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102A66"/>
                </a:solidFill>
              </a:rPr>
              <a:t>• Team ID: </a:t>
            </a:r>
            <a:r>
              <a:rPr b="0" sz="1500">
                <a:solidFill>
                  <a:srgbClr val="212121"/>
                </a:solidFill>
              </a:rPr>
              <a:t>SIH-2026-TEAM-AGRILINK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66"/>
                </a:solidFill>
              </a:defRPr>
            </a:pPr>
            <a:r>
              <a:t>PROPOSED SOLUTION: AgriLink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7D3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@SIH Idea submission - Template  |  AgriLink  |  Slide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Detailed Explanation of Proposed Solution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End-to-End Agri-Logistics Orchestration: Direct corridor connecting farm gates to rural aggregation hubs and urban buyers (Retail, Hostel Messes, Hospital Canteens).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Transparent 68-10-14-8 Fair Distribution Model: Guarantees 68% payout directly to farmers, 10% to rural grading hubs, 14% to electric logistics, and 8% platform operations.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2-Way Stakeholder Communication: Bidirectional harvest pre-declaration &amp; quality assay between Aggregator-Farmer; live crop traceability &amp; feedback between Aggregator-Customer.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How It Addresses the Core Problem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Eliminates Intermediary Collusion: Replaces 4-6 layers of commission agents, recapturing 35%+ value leakages and restoring fair margins to smallholder farmers.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Prevents Post-Harvest Spoilage: 15-30 km village micro-catchment aggregation hubs consolidate produce within 4 hours, cutting transit spoilage from 28% to &lt;4%.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Innovation, Uniqueness &amp; Blockchain Immutability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Blockchain Tamper-Proof Pricing: Every APMC benchmark, grade coefficient, and negotiated price is committed to an immutable blockchain ledger (Polygon L2 / Solidity Smart Contracts) ensuring zero price tampering by middlemen.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Tri-Stakeholder ML Architecture: Separate specialized engines for Farmer (Crop Planning &amp; APMC Regressor), Aggregator (Route Consolidation &amp; VRP), and Customer (Collaborative &amp; Market Basket).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66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7D3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@SIH Idea submission - Template  |  AgriLink  |  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Technology Stack &amp; Frameworks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Frontend &amp; Mobile Client: Flutter 3.38+ (Cross-Platform Web, Android, iOS) with persona-based role routing (Farmer, Aggregator, Buyer, Logistics).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Backend &amp; API Gateway: Python 3.10+ FastAPI high-throughput REST architecture with asynchronous event streaming.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Database &amp; Ledger: Supabase PostgreSQL (active operational DB) + Polygon Layer-2 Blockchain (Solidity Smart Contracts for immutable price auditing).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Machine Learning Suite: Scikit-learn, LightFM, MLxtend (FP-Growth Association), Random Forest APMC Regressor, NetworkX (Bipartite Graph Link Analysis).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System Methodology &amp; Data Flow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1. Multi-Lingual Query &amp; PRF: Vernacular voice/text queries processed via NLP entity extraction and Pseudo-Relevance Feedback (PRF) for semantic expansion.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2. Blockchain Smart Contract Settlement: APMC prices and 68-10-14-8 splits are hashed on-chain (SHA-256 Merkle root); customer delivery OTP triggers automated, non-custodial escrow payout to farmer wallet.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3. Multi-Model Recommendation Pipeline: Background AI engines compute Recency/Frequency ('Buy Again'), Cosine Similarity ('Recommended For You'), and FP-Growth ('Frequently Bought Together').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66"/>
                </a:solidFill>
              </a:defRPr>
            </a:pPr>
            <a:r>
              <a:t>FEASIBILITY &amp; VIABILITY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7D3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@SIH Idea submission - Template  |  AgriLink  |  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Feasibility of the Solution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Operational Feasibility: Integrates with existing Primary Agricultural Credit Societies (PACS) and FPO aggregation points within 15-30 km rural radii.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Blockchain Scalability: Utilizes Polygon Layer-2 PoS network with sub-cent gas fees ($0.001/tx) and 2-second block finality, avoiding high mainnet costs.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Hardware Agnostic: Runs seamlessly on low-cost entry-level smartphones ($60 Android) and offline-capable PWA/Flutter interfaces.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Potential Challenges &amp; Risks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Cold-Start &amp; Digital Literacy in rural farming communities.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Middleman resistance and attempts to forge quality grades or manipulate prices.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Crop perishability during unforeseen logistics or weather transit delays.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Mitigation Strategies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Vernacular Voice-Assisted Interface &amp; WhatsApp/IVR bot fallback for zero digital barrier adoption.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Cryptographic Non-Repudiation: Blockchain hash verification prevents retrospective price changes or fraudulent margin deductions.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IoT Cold-Chain &amp; Priority VRP: Real-time IoT temperature logging &amp; automated dynamic re-routing to dispatch perishable batches first.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66"/>
                </a:solidFill>
              </a:defRPr>
            </a:pPr>
            <a: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7D3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@SIH Idea submission - Template  |  AgriLink  |  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Economic Impact on Smallholder Farmers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+35% to +48% Direct Income Hike: Elevates farmer realization from standard 28-35% APMC middleman rates to guaranteed 68% consumer rupee share.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Zero Payout Default: Smart contract automated escrow releases funds instantaneously upon delivery OTP verification, eliminating 60-day debt cycles.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Benefits to Urban Consumers &amp; Institutions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18% to 24% Lower Retail Prices: Consumers receive farm-fresh, graded Grade-A produce cheaper than traditional supermarkets.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Immutable Trust &amp; Traceability: Consumers can scan QR code to view on-chain provenance (harvest time, farmer payout %, lab test results).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Social &amp; Environmental Benefits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Substantial Waste Reduction: Post-harvest transit spoilage dropped from national average of 22-30% down to &lt;4% via optimized clustering.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Green Logistics Corridor: Route-optimized batch consolidation paired with electric 3-wheeler dispatch cutting corridor carbon emissions by 42%.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66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365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E7D32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6161"/>
                </a:solidFill>
              </a:defRPr>
            </a:pPr>
            <a:r>
              <a:t>@SIH Idea submission - Template  |  AgriLink  |  Slide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Government Standards &amp; Agricultural Data Sources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Agmarknet (Directorate of Marketing &amp; Inspection, Govt of India) - Daily APMC mandi arrival &amp; price indices.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NITI Aayog Strategy for Doubling Farmers' Income (DFI Committee Report 2022) - Intermediary margin rationalization.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National Agriculture Market (e-NAM) Inter-Mandi Trading Framework &amp; Blockchain Provenance Guidelines.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Academic Research &amp; Technical References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Buterin, V. (2014) - 'A Next-Generation Smart Contract and Decentralized Application Platform' (Ethereum Whitepaper).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Lin et al. (2020) - 'Blockchain and IoT Based Food Traceability for Smart Agriculture', IEEE Access.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Sarwar et al. (2001) - 'Item-Based Collaborative Filtering Recommendation Algorithms', WWW 10.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Han, Pei, &amp; Yin (2000) - 'Mining Frequent Patterns without Candidate Generation (FP-Growth)', ACM SIGMOD.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Breiman, L. (2001) - 'Random Forests for Agricultural Commodity Price Regression', Machine Learning, 45(1).</a:t>
            </a:r>
          </a:p>
          <a:p>
            <a:pPr>
              <a:spcBef>
                <a:spcPts val="500"/>
              </a:spcBef>
              <a:defRPr b="1" sz="1600">
                <a:solidFill>
                  <a:srgbClr val="2E7D32"/>
                </a:solidFill>
              </a:defRPr>
            </a:pPr>
            <a:r>
              <a:t>❖ Working Prototype &amp; Codebase Repository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Production Prototype: Verified Flutter Multi-Platform Web Client (Ports 3000 &amp; 3001) + FastAPI ML Core (Port 8000).</a:t>
            </a:r>
          </a:p>
          <a:p>
            <a:pPr>
              <a:spcAft>
                <a:spcPts val="200"/>
              </a:spcAft>
              <a:defRPr sz="1250">
                <a:solidFill>
                  <a:srgbClr val="212121"/>
                </a:solidFill>
              </a:defRPr>
            </a:pPr>
            <a:r>
              <a:t>   • Source Code Repository: GitHub / Sampreethak / AgriLink---Farm-to-Customer-Supply-Platform.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